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Relationship Id="rId20" Type="http://schemas.openxmlformats.org/officeDocument/2006/relationships/slide" Target="slides/slide13.xml"/>
<Relationship Id="rId21" Type="http://schemas.openxmlformats.org/officeDocument/2006/relationships/slide" Target="slides/slide14.xml"/>
<Relationship Id="rId22" Type="http://schemas.openxmlformats.org/officeDocument/2006/relationships/slide" Target="slides/slide15.xml"/>
<Relationship Id="rId23" Type="http://schemas.openxmlformats.org/officeDocument/2006/relationships/slide" Target="slides/slide16.xml"/>
<Relationship Id="rId24" Type="http://schemas.openxmlformats.org/officeDocument/2006/relationships/slide" Target="slides/slide17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745db837b49b952109fc33cf369ec17bd2b9004f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d2bfe58d797346828072b64a15bfc3eb35ed952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d310906f84b28f4f85c74354dc25f6ddf04dbe75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caa7c2a93901ce685640967998e5517ef97e6fd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b62863e4068d0d8a3007bdf0e5e9c45cba43f98d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b62863e4068d0d8a3007bdf0e5e9c45cba43f98d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7bb40500312b8fb52b252b2883c5432e7f385b4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7bb40500312b8fb52b252b2883c5432e7f385b4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16fffbc981bd7e9e94f4914fa5a9d10c2c89697e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16fffbc981bd7e9e94f4914fa5a9d10c2c89697e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a4df1fe2ae6329c7195917055f0be0d8985d5da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a4df1fe2ae6329c7195917055f0be0d8985d5da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5d52e0340b0c0a8530a1bbdbfb83e2349c3fd0e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5d52e0340b0c0a8530a1bbdbfb83e2349c3fd0e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af46af620694690cf7f6db14e6fda3f99edfc01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af46af620694690cf7f6db14e6fda3f99edfc01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Multi-Omics TNBC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Generated on: 2025-08-15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RNA-seq Volcano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Methylation Volcano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Overlap of Significant Sets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Tumor Mutational Burden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KM_EN1_clean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KM_EN1_clean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KM_FOXA1_clean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KM_FOXA1_clean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KM_IGF2BP3_clean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KM_IGF2BP3_clean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KM_MLPH_clean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KM_MLPH_clean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KM_SFT2D2_clean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KM_SFT2D2_clean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KM_TFF1_clean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KM: KM_TFF1_clean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2025-08-15T13:01:04Z</dcterms:modified>
  <cp:category/>
</cp:coreProperties>
</file>